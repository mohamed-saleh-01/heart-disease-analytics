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876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8951D-DA86-7D17-EC17-C6F0B2A8BB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02E737-4EE6-8121-E410-FE470CB3AA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DDED59-35CE-60CA-8AC4-AE8041EDE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86EEE-CA66-48E9-AC37-1DAE346699D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3F848-BC89-9CA6-C15F-92B605BC0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0AD8A-F182-845F-C052-2D4BB4AAA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F018F-9DDE-4918-94C2-04768D0E09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08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7B4F6-5FD1-4E49-60D4-FC112CE76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CC340-5EDB-1359-92A1-F6E0A471C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22A6D-C58B-3FB9-CCF5-08DED33E6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86EEE-CA66-48E9-AC37-1DAE346699D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A6988F-98E0-DE5F-6C57-D71915566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D44807-BD84-89B3-4D1E-90D157418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F018F-9DDE-4918-94C2-04768D0E09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719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4BC8B-B632-EB11-41A2-A528B4989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7F6F76-FB2D-70EF-4669-72BC485C0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A7941D-C305-1AAF-84F9-60082C4E4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86EEE-CA66-48E9-AC37-1DAE346699D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2AB3D-4C10-B3C6-A898-481589764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EC3D6-08A6-C825-957B-D6A926923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F018F-9DDE-4918-94C2-04768D0E09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071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23818-260F-A8FE-292A-D2E0ADF87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4C76A-E8DE-DB89-B6EB-2E17C767DF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8A8854-96F3-DFD9-DD76-39CC3FC055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62F898-7D32-3A7A-2549-0FBDF3769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86EEE-CA66-48E9-AC37-1DAE346699D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8088DE-D886-C4A7-8913-F98709F41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956B08-18B3-C814-DE09-0E67EE2DF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F018F-9DDE-4918-94C2-04768D0E09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762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B8BAD-21A8-A7D4-3ADB-D39EF4135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9FB725-02FA-6E30-472C-DB643D505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144E27-325C-74F2-8457-12EE62D138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0E4E64-3DF8-B925-7589-437DDFC08E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7820CC-570A-9EDE-3A3E-79250F9EE4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E2C9D0-EB19-488E-DDBC-0731C9D49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86EEE-CA66-48E9-AC37-1DAE346699D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7764FE-A2F8-C450-90E1-FE6CF9C75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FED6FF-5E73-A5A1-044A-DE343FB6C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F018F-9DDE-4918-94C2-04768D0E09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375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720DD-E70D-9EE1-1D4C-BE0C60862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836A0B-B7B8-FC61-5D78-D31F25B90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86EEE-CA66-48E9-AC37-1DAE346699D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6B5836-CC02-F82D-AD44-D5234E68D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C862A3-0539-1C45-B9AE-C2152A518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F018F-9DDE-4918-94C2-04768D0E09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418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2EDF06-F536-3B28-0C7E-6BBED9629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86EEE-CA66-48E9-AC37-1DAE346699D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9FA6A4-66E0-81C0-71F3-8ACAB468A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906801-3A7D-2D10-B464-71963DE78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F018F-9DDE-4918-94C2-04768D0E09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150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EFA53-EBF2-766F-9B6E-052EBFDFE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A8B44-F6B8-AFB6-37B4-B24C518F94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15C50C-C9C3-ABC3-F1CC-C4C3B19302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A0C234-56BE-436E-C110-3C1D6CDCE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86EEE-CA66-48E9-AC37-1DAE346699D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A47017-CE68-6017-99D8-A738A9C1F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F05CCA-6EC6-8C25-E8C4-5D03F85F5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F018F-9DDE-4918-94C2-04768D0E09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316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2AE7F-FDB1-6A6D-572B-568FC6D0C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703084-AA15-F554-50DD-03B9E05562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C95AC7-EAF8-AC2D-F84A-AB625BA503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E0F30D-FC26-BA71-8B98-71E3A766F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86EEE-CA66-48E9-AC37-1DAE346699D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4C74B5-8D43-7827-1133-5A779C048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D77369-4663-5B55-2D0A-8CFD20D53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F018F-9DDE-4918-94C2-04768D0E09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325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F81EA-21E1-7265-29A7-EB279FA55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547552-0ACD-6298-F71B-CFE1073E6C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36131F-9289-E256-FB9D-5D1078CED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86EEE-CA66-48E9-AC37-1DAE346699D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40B8C-C4D5-11CA-06FE-B1B8D95C1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941D2-6F5A-6EE9-B261-B3A7CC720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F018F-9DDE-4918-94C2-04768D0E09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188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AFEBE9-3CFD-C931-FFED-10E5DDDBB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C34628-5A31-A303-59E5-B3F7059A39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C171B6-2DFC-4B02-3A4C-EDA75FA4F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86EEE-CA66-48E9-AC37-1DAE346699D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331A75-1645-BF1B-8038-9041C974D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DF374-1925-B19A-95DC-C225CE40A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F018F-9DDE-4918-94C2-04768D0E09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526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5F4C95-5FE0-0AE8-5ADC-F9903AAA0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EEADF4-DE74-A84E-B655-D33BB5DA47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C1D75-E068-1DAB-64F9-AFB7F9180B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186EEE-CA66-48E9-AC37-1DAE346699D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55865-DA3D-B15C-F020-FFE73645DD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6A61B-AB16-4472-73E0-37EC04F75A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BF018F-9DDE-4918-94C2-04768D0E09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327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84BD42-519B-106E-157E-AFBDF8B582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484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38AD76-D878-2CDA-63FE-0DB6909E19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877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1B284D-DA32-A43B-0D78-B59D6735B4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194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670B2F-5A8C-9E92-BF28-7FA4663C2A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124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114663-1961-8237-4C8E-9BE2E7F18D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127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4BE009-1F11-B0B5-CC75-7342BC27E0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681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0B14AF-95F5-4F88-269D-9D27A79C21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399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2DB99E-6286-C530-0E16-FA3B105E85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210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A95580-FA38-CB24-BD92-44DEC8D63B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587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Mu7ammed Saleh</dc:creator>
  <cp:lastModifiedBy>Mu7ammed Saleh</cp:lastModifiedBy>
  <cp:revision>1</cp:revision>
  <dcterms:created xsi:type="dcterms:W3CDTF">2026-03-16T10:55:46Z</dcterms:created>
  <dcterms:modified xsi:type="dcterms:W3CDTF">2026-03-16T11:01:32Z</dcterms:modified>
</cp:coreProperties>
</file>